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jury; state project name and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Describe the pain — noisy alerts, long MTTR. Mention typical daily alert volumes and analyst load; set expectation for demo showing automation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Outline the automated flow and how each component reduces manual work. Emphasize novelty: combining graph context with RAG and agents to automate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Show architecture diagram. Call out technologies and why chosen (scalability, semantic search, graph relations). Mention data flow and latency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Briefly describe the demo steps. If live, we'll trigger an alert and show the agent investigation and generated report. If recorded, play the clip and narrate key moments.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Present conservative estimates: percentage MTTR reduction, analyst hours saved, and potential cost savings. Tie to business impact and compliance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Show 3-month roadmap and key milestones. Acknowledge risks and mitigation (monitoring, model retraining, phased rollouts).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State specific asks (pilot customers, integration partners, seed funding). Provide contact info and invite follow-up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Handout: Give this one-page summary as a takeaway for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GhostHunter SOC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SOC for faster detection &amp; response</a:t>
            </a:r>
          </a:p>
          <a:p/>
          <a:p>
            <a:r>
              <a:t>Team: GhostHunter — Demo for Jury | TCS - TATA Consultancy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alert volumes and long investigation times</a:t>
            </a:r>
          </a:p>
          <a:p>
            <a:pPr lvl="1"/>
            <a:r>
              <a:t>Manual triage is slow and error-prone</a:t>
            </a:r>
          </a:p>
          <a:p>
            <a:pPr lvl="1"/>
            <a:r>
              <a:t>Enterprises need scalable, automated SOC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pipeline: ingestion → detection → correlation → response</a:t>
            </a:r>
          </a:p>
          <a:p>
            <a:pPr lvl="1"/>
            <a:r>
              <a:t>LLM-assisted agents for investigation and reporting</a:t>
            </a:r>
          </a:p>
          <a:p>
            <a:pPr lvl="1"/>
            <a:r>
              <a:t>Graph-backed context (Neo4j) + semantic store (Chroma)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ingestion: Kafka-based pipeline</a:t>
            </a:r>
          </a:p>
          <a:p>
            <a:pPr lvl="1"/>
            <a:r>
              <a:t>Detection: rule + ML models</a:t>
            </a:r>
          </a:p>
          <a:p>
            <a:pPr lvl="1"/>
            <a:r>
              <a:t>Knowledge: Neo4j attack graph, Chroma RAG store</a:t>
            </a:r>
          </a:p>
          <a:p>
            <a:pPr lvl="1"/>
            <a:r>
              <a:t>Agents: automated response, reporting,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 detection → investigation → response</a:t>
            </a:r>
          </a:p>
          <a:p>
            <a:pPr lvl="1"/>
            <a:r>
              <a:t>Fallback: short recorded clip (30s)</a:t>
            </a:r>
          </a:p>
          <a:p>
            <a:pPr lvl="1"/>
            <a:r>
              <a:t>Screenshots included in backup slides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mean time to respond (example: 60%)</a:t>
            </a:r>
          </a:p>
          <a:p>
            <a:pPr lvl="1"/>
            <a:r>
              <a:t>Fewer analyst hours per incident</a:t>
            </a:r>
          </a:p>
          <a:p>
            <a:pPr lvl="1"/>
            <a:r>
              <a:t>Improved detection precision and context for triage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Next: field pilot, integration with SIEMs, hardened ops</a:t>
            </a:r>
          </a:p>
          <a:p>
            <a:pPr lvl="1"/>
            <a:r>
              <a:t>Risks: model drift, integration efforts; mitigations planned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Request: pilots, feedback, potential partners/funding</a:t>
            </a:r>
          </a:p>
          <a:p>
            <a:pPr lvl="1"/>
            <a:r>
              <a:t>Contact: ghosthunter-team@example.com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One-page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Alert overload and slow investigations</a:t>
            </a:r>
          </a:p>
          <a:p>
            <a:pPr lvl="1"/>
            <a:r>
              <a:t>Solution: Autonomous SOC combining graph context, RAG, and agent automation</a:t>
            </a:r>
          </a:p>
          <a:p>
            <a:pPr lvl="1"/>
            <a:r>
              <a:t>Ask: Pilots &amp; partners; contact ghosthunter-team@example.com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end_FASTAPI_health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121147"/>
          </a:xfrm>
          <a:prstGeom prst="rect">
            <a:avLst/>
          </a:prstGeom>
        </p:spPr>
      </p:pic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043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wnloade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36041"/>
          </a:xfrm>
          <a:prstGeom prst="rect">
            <a:avLst/>
          </a:prstGeom>
        </p:spPr>
      </p:pic>
      <p:pic>
        <p:nvPicPr>
          <p:cNvPr id="3" name="Picture 2" descr="downloaded_agent_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513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1838186"/>
          </a:xfrm>
          <a:prstGeom prst="rect">
            <a:avLst/>
          </a:prstGeom>
        </p:spPr>
      </p:pic>
      <p:pic>
        <p:nvPicPr>
          <p:cNvPr id="3" name="Picture 2" descr="inci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190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tre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1288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